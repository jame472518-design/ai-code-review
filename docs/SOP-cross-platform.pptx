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AI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跨平台安裝與使用 SOP  —  Windows / macOS / Linux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目錄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1.  環境需求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2.  安裝 Ollama（本地 LLM）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3.  安裝 ai-review CLI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4.  設定 LLM Provider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5.  安裝 Git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6.  日常使用流程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7.  互動式 Commit 助手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8.  常用指令速查表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9.  疑難排解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10. 完整移除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&gt;= 3.10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核心執行環境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版本管理 +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pip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 套件管理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Ollama（選用）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本地 LLM 推理引擎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 — 安裝方式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python.org 下載安裝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（勾選 Add to PATH）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或使用 Anaconda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注意：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建議使用 Git Bash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CMD 用雙引號 commit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macOS 通常自帶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update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install python3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python3-pip python3-venv git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Ollama（本地 LLM）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安裝 Ollama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1. 下載安裝檔：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ollama.com/download/windows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2. 執行安裝程式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（自動啟動服務）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3. 開啟 CMD/PowerShell：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方式一：Homebrew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方式二：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ollama.com/download/mac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啟動服務：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下載模型：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一鍵安裝：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curl -fsSL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https://ollama.com/install.sh | 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確認服務：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systemctl status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enable ollama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模型推薦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大小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品質最好但最慢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ai-review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3. 安裝 ai-review CLI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seen0722/ai-code-review.git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若找不到指令，確認 PATH：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Anaconda: C:\Users\&lt;USER&gt;\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anaconda3\Scripts\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seen0722/ai-code-review.git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seen0722/ai-code-review.git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或直接安裝：pip install git+https://github.com/seen0722/ai-code-review.git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設定 LLM Provider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LLM Provider（全平台通用）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方案 A：本地 Ollama（推薦，無需外網）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http://localhost:11434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方案 B：OpenAI（精確度最高）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provider default openai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api_key_env OPENAI_API_KEY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model gpt-4o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方案 C：企業內部 LLM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provider default enterprise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enterprise base_url https://llm.company.com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驗證連線：ai-review health-check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設定檔位置：~/.config/ai-code-review/config.toml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Commit 相關（全平台通用）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D6F4"/>
                </a:solidFill>
              </a:defRPr>
            </a:pPr>
            <a:r>
              <a:t>設定專案 ID（自動前綴 commit message）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commit project_id "PROJ-1"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初始化 commit 模板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init-template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模板檔會複製到 ~/.config/ai-code-review/commit-template.txt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設定審查副檔名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review include_extensions "c,cpp,h,hpp,java,py,json"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預設：c, cpp, h, hpp, java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驗證設定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show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Git Hooks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安裝 Git Hooks（全平台通用）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方式一：Template Hooks（推薦，適合團隊）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install --template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cd /path/to/repo &amp;&amp; git init      # 既有 repo 需重新初始化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             # 啟用（per-repo opt-in）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方式二：Global Hooks（所有 repo 共用）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install --global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cd /path/to/repo &amp;&amp; touch .ai-review   # marker 檔案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方式三：單一 Repo Hooks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hook install prepare-commit-msg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hook install commit-msg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touch .ai-review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確認狀態：ai-review hook status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Hook 類型說明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Hook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觸發時機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阻擋？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Code Review 程式碼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prepare-commit-msg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互動式 Commit 助手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commit-msg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檢查 message 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格式錯誤時阻擋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Review 所有待推 commits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日常使用流程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6. 日常使用流程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正常 Commit 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CDD6F4"/>
                </a:solidFill>
              </a:defRPr>
            </a:pPr>
            <a:r>
              <a:t>1. 修改程式碼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2. git add &lt;files&gt;                         # Stage 變更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3. git commit                              # 觸發 hooks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prepare-commit-msg：互動式選單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編輯器開啟，確認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commit-msg：格式檢查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4. git push origin main                    # 觸發 pre-push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直接 Commit（跳過互動選單）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git commit -m "[fix] resolve camera crash"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FAB387"/>
                </a:solidFill>
              </a:defRPr>
            </a:pPr>
            <a:r>
              <a:t>暫時跳過所有 Hooks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git commit --no-verify -m "[hotfix] emergency"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互動式 Commit 助手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7. 互動式 Commit 助手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</a:defRPr>
            </a:pPr>
            <a:r>
              <a:t>git commit（不帶 -m）時自動出現選單：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89B4FA"/>
                </a:solidFill>
              </a:defRPr>
            </a:pPr>
            <a:r>
              <a:t>  Commit Message Assistant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  1  Load template       - 載入模板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  2  LLM optimize        - AI 優化已有文字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  3  LLM auto-generate   - AI 自動生成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s  Skip                - 跳過，直接進編輯器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74C7EC"/>
                </a:solidFill>
              </a:defRPr>
            </a:pPr>
            <a:r>
              <a:t>選項 1：載入 commit template 到編輯器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5C2E7"/>
                </a:solidFill>
              </a:defRPr>
            </a:pPr>
            <a:r>
              <a:t>選項 2：輸入草稿 → AI 優化格式與描述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A6E3A1"/>
                </a:solidFill>
              </a:defRPr>
            </a:pPr>
            <a:r>
              <a:t>選項 3：從 staged diff 全自動生成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6C7086"/>
                </a:solidFill>
              </a:defRPr>
            </a:pPr>
            <a:r>
              <a:t>選項 s：直接進入編輯器手動編寫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A6E3A1"/>
                </a:solidFill>
              </a:defRPr>
            </a:pPr>
            <a:r>
              <a:t>所有選項最終都進入編輯器，讓你確認後才真正 commit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常用指令速查表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更換/設定 LLM Model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切換 Model（全平台通用）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下載新模型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llama3.1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list                              # 查看已下載的模型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切換 ai-review 使用的 Model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                   # 驗證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臨時切換（不改設定）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--model codellama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--provider openai --model gpt-4o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小模型（3B）速度快但可能誤報 ｜ 大模型（7B+）品質好但較慢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模型比較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參數量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程式碼專用，品質最好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qwen2.5-coder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~20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程式碼專用替代方案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遠端 Ollama Server 架構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多台開發機共用一台 LLM Server（同網域）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 ──→    LLM Server (Ubuntu + GPU)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 ──→    Ollama +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IP: 192.168.1.100:11434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OLLAMA_HOST=0.0.0.0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Client 端設定（任何開發機，一行搞定）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FAB387"/>
                </a:solidFill>
              </a:defRPr>
            </a:pPr>
            <a:r>
              <a:t>切回本地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ollama base_url http://localhost:11434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Server 端設定 — 讓 Ollama 監聽所有網卡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系統環境變數（永久）：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系統 &gt; 進階系統設定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&gt; 環境變數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新增系統變數：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OLLAMA_HOST = 0.0.0.0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重啟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PowerShell（暫時）：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$env:OLLAMA_HOST="0.0.0.0"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輸入規則 &gt; TCP 11434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設定環境變數：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launchctl setenv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OLLAMA_HOST 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重啟 Ollama App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或終端啟動：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OLLAMA_HOST=0.0.0.0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通常系統會自動提示允許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systemd 方式（推薦）：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edit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加入：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[Service]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Environment=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"OLLAMA_HOST=0.0.0.0"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daemon-reload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ufw allow 11434/tcp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設定後驗證：curl http://&lt;SERVER_IP&gt;:11434/api/tags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常用指令速查表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設定與診斷指令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show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顯示所有設定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get &lt;section&gt; &lt;key&gt;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取得單一設定值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set &lt;section&gt; &lt;key&gt; &lt;value&gt;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設定值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init-template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初始化 commit 模板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health-check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測試 LLM 連線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-v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Debug 模式審查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markdown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Markdown 輸出（貼 Issue）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json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JSON 輸出（CI/CD 整合）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Hook 管理指令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template hooks（推薦）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--global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global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&lt;hook_type&gt;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安裝單一 repo hook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uninstall --template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移除 template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status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查看 hook 安裝狀態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enable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啟用當前 repo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disable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停用當前 repo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疑難排解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全平台通用問題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2251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解法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command not found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pip Scripts 目錄在 PATH 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health-check 失敗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Ollama 服務：ollama 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LLM 回應太慢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換小模型：config set ollama model 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Timeout 錯誤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加大：config set ollama timeout 300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不觸發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確認：hook status +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格式被擋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格式須為 [tag] description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平台專屬問題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單引號 commit 失敗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用雙引號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找不到 ai-review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用完整路徑：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/c/Users/&lt;USER&gt;/anaconda3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/Scripts/ai-review.exe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中文亂碼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chcp 65001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pip install 檔案被鎖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關閉所有終端後重試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python3 找不到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Ollama 未啟動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或從應用程式啟動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Ollama 服務未運行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權限不足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pip install --user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或使用 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無執行權限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chmod +x .git/hooks/*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完整移除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完整移除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rmdir /s /q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%USERPROFILE%\.config\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應用程式 &gt; 解除安裝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uninstall ollama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stop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disable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rm /usr/local/bin/ollama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Questions?  →  github.com/seen0722/ai-code-review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